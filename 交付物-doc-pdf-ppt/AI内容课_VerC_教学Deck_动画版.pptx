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讲师备注：内部：这一段是 appreciate 心理序列（先跌倒→发群→同屏对决→算钱→讲来历），让学员看到差别、算得出价值才会珍惜。这些内部字眼别念出来。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讲师备注：内部＝「先跌倒」：让他自己做一次烂的当锚点。没有 before，就没有 wow。先别删，下一页发进群。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讲师备注：开场就投 QR 让全场加群。之后每个成品都催"发群"，最后直接把群投上大屏轮播。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讲师备注：内部＝「同屏对决」：大屏切两半，左边调出学员发进群的烂稿，右边你现场 Live Demo 跑系统。两个都留在群里。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讲师备注：内部＝「算钱」：每出一个成品，就念一句外面报价。（进阶：整套外面一门一门学齐 ≈ RM 17,000）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讲师备注：内部＝「讲来历」：知识要标价，学员才会当弹药收。摆一组"没套 vs 套了"的文案对比，讲清楚背后的功夫。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讲师备注：先让全场喊价（每一项"你猜多少"），再一张一张亮真实价 → 累到 RM 24,560 → 对比今天的票价，制造"赚翻"感。价用行情/官网佐证（NLP Humandy 8 天课有截图）。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讲师备注：接上一页的评价 —— 大合照 + 上课现场花絮。三位学员本人的照片就在上一页评价卡上。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讲师备注：这页让学员懂"系统之后怎么操作"：每条内容照 Status 往下推，Claude 也照它决定下一步。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讲师备注：这页 ＝ just-in-case：给没做课前 setup 的人现场补装 + 连 MCP。做过的确认全绿，进下一页一次过装整包 skill（01–07）。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讲师备注：整包一次装最省事。装完提醒学员重开 Claude，skill 才生效。之后每个 Part 直接用、不用再装；个别链接只当备份。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讲师备注：内部＝「gallery 收尾」：把 WA 群投上大屏轮播；给一段"发 story 引导话术 + @SUMA hashtag"，学员晒 story = 免费口碑。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Relationship Id="rId8" Type="http://schemas.openxmlformats.org/officeDocument/2006/relationships/image" Target="../media/image14.jpg"/><Relationship Id="rId9" Type="http://schemas.openxmlformats.org/officeDocument/2006/relationships/image" Target="../media/image1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image" Target="../media/image2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image" Target="../media/image28.jpg"/><Relationship Id="rId6" Type="http://schemas.openxmlformats.org/officeDocument/2006/relationships/image" Target="../media/image2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Relationship Id="rId4" Type="http://schemas.openxmlformats.org/officeDocument/2006/relationships/image" Target="../media/image32.jpg"/><Relationship Id="rId5" Type="http://schemas.openxmlformats.org/officeDocument/2006/relationships/image" Target="../media/image3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5.jpg"/><Relationship Id="rId4" Type="http://schemas.openxmlformats.org/officeDocument/2006/relationships/image" Target="../media/image36.jp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jpg"/><Relationship Id="rId8" Type="http://schemas.openxmlformats.org/officeDocument/2006/relationships/image" Target="../media/image40.jpg"/><Relationship Id="rId9" Type="http://schemas.openxmlformats.org/officeDocument/2006/relationships/image" Target="../media/image4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3.jpg"/><Relationship Id="rId4" Type="http://schemas.openxmlformats.org/officeDocument/2006/relationships/image" Target="../media/image44.jpg"/><Relationship Id="rId5" Type="http://schemas.openxmlformats.org/officeDocument/2006/relationships/image" Target="../media/image45.jpg"/><Relationship Id="rId6" Type="http://schemas.openxmlformats.org/officeDocument/2006/relationships/image" Target="../media/image4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image" Target="../media/image48.jpg"/><Relationship Id="rId4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jpg"/><Relationship Id="rId4" Type="http://schemas.openxmlformats.org/officeDocument/2006/relationships/image" Target="../media/image51.jpg"/><Relationship Id="rId5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jpg"/><Relationship Id="rId4" Type="http://schemas.openxmlformats.org/officeDocument/2006/relationships/image" Target="../media/image54.jpg"/><Relationship Id="rId5" Type="http://schemas.openxmlformats.org/officeDocument/2006/relationships/image" Target="../media/image55.jpg"/><Relationship Id="rId6" Type="http://schemas.openxmlformats.org/officeDocument/2006/relationships/image" Target="../media/image56.jpg"/><Relationship Id="rId7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image" Target="../media/image58.jpg"/><Relationship Id="rId4" Type="http://schemas.openxmlformats.org/officeDocument/2006/relationships/image" Target="../media/image59.jpg"/><Relationship Id="rId5" Type="http://schemas.openxmlformats.org/officeDocument/2006/relationships/image" Target="../media/image60.jpg"/><Relationship Id="rId6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Relationship Id="rId3" Type="http://schemas.openxmlformats.org/officeDocument/2006/relationships/image" Target="../media/image62.jpg"/><Relationship Id="rId4" Type="http://schemas.openxmlformats.org/officeDocument/2006/relationships/image" Target="../media/image63.jpg"/><Relationship Id="rId5" Type="http://schemas.openxmlformats.org/officeDocument/2006/relationships/image" Target="../media/image64.jpg"/><Relationship Id="rId6" Type="http://schemas.openxmlformats.org/officeDocument/2006/relationships/image" Target="../media/image65.jpg"/><Relationship Id="rId7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jpg"/><Relationship Id="rId4" Type="http://schemas.openxmlformats.org/officeDocument/2006/relationships/image" Target="../media/image68.jpg"/><Relationship Id="rId5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Relationship Id="rId3" Type="http://schemas.openxmlformats.org/officeDocument/2006/relationships/image" Target="../media/image70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Relationship Id="rId3" Type="http://schemas.openxmlformats.org/officeDocument/2006/relationships/image" Target="../media/image72.jpg"/><Relationship Id="rId4" Type="http://schemas.openxmlformats.org/officeDocument/2006/relationships/image" Target="../media/image73.jpg"/><Relationship Id="rId5" Type="http://schemas.openxmlformats.org/officeDocument/2006/relationships/image" Target="../media/image7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Relationship Id="rId3" Type="http://schemas.openxmlformats.org/officeDocument/2006/relationships/image" Target="../media/image76.jpg"/><Relationship Id="rId4" Type="http://schemas.openxmlformats.org/officeDocument/2006/relationships/image" Target="../media/image77.jpg"/><Relationship Id="rId5" Type="http://schemas.openxmlformats.org/officeDocument/2006/relationships/image" Target="../media/image7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Relationship Id="rId3" Type="http://schemas.openxmlformats.org/officeDocument/2006/relationships/image" Target="../media/image80.jpg"/><Relationship Id="rId4" Type="http://schemas.openxmlformats.org/officeDocument/2006/relationships/image" Target="../media/image81.jpg"/><Relationship Id="rId5" Type="http://schemas.openxmlformats.org/officeDocument/2006/relationships/image" Target="../media/image8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Relationship Id="rId3" Type="http://schemas.openxmlformats.org/officeDocument/2006/relationships/image" Target="../media/image84.jpg"/><Relationship Id="rId4" Type="http://schemas.openxmlformats.org/officeDocument/2006/relationships/image" Target="../media/image85.jpg"/><Relationship Id="rId5" Type="http://schemas.openxmlformats.org/officeDocument/2006/relationships/image" Target="../media/image8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Relationship Id="rId3" Type="http://schemas.openxmlformats.org/officeDocument/2006/relationships/image" Target="../media/image88.jpg"/><Relationship Id="rId4" Type="http://schemas.openxmlformats.org/officeDocument/2006/relationships/image" Target="../media/image89.jpg"/><Relationship Id="rId5" Type="http://schemas.openxmlformats.org/officeDocument/2006/relationships/image" Target="../media/image9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Relationship Id="rId3" Type="http://schemas.openxmlformats.org/officeDocument/2006/relationships/image" Target="../media/image92.jpg"/><Relationship Id="rId4" Type="http://schemas.openxmlformats.org/officeDocument/2006/relationships/image" Target="../media/image93.jpg"/><Relationship Id="rId5" Type="http://schemas.openxmlformats.org/officeDocument/2006/relationships/image" Target="../media/image94.jpg"/><Relationship Id="rId6" Type="http://schemas.openxmlformats.org/officeDocument/2006/relationships/image" Target="../media/image95.jpg"/><Relationship Id="rId7" Type="http://schemas.openxmlformats.org/officeDocument/2006/relationships/image" Target="../media/image96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Relationship Id="rId3" Type="http://schemas.openxmlformats.org/officeDocument/2006/relationships/image" Target="../media/image98.jpg"/><Relationship Id="rId4" Type="http://schemas.openxmlformats.org/officeDocument/2006/relationships/notesSlide" Target="../notesSlides/notesSlide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jpg"/><Relationship Id="rId3" Type="http://schemas.openxmlformats.org/officeDocument/2006/relationships/image" Target="../media/image100.jpg"/><Relationship Id="rId4" Type="http://schemas.openxmlformats.org/officeDocument/2006/relationships/image" Target="../media/image101.jpg"/><Relationship Id="rId5" Type="http://schemas.openxmlformats.org/officeDocument/2006/relationships/image" Target="../media/image102.jpg"/><Relationship Id="rId6" Type="http://schemas.openxmlformats.org/officeDocument/2006/relationships/image" Target="../media/image103.jpg"/><Relationship Id="rId7" Type="http://schemas.openxmlformats.org/officeDocument/2006/relationships/image" Target="../media/image10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jpg"/><Relationship Id="rId3" Type="http://schemas.openxmlformats.org/officeDocument/2006/relationships/image" Target="../media/image106.jpg"/><Relationship Id="rId4" Type="http://schemas.openxmlformats.org/officeDocument/2006/relationships/image" Target="../media/image107.jpg"/><Relationship Id="rId5" Type="http://schemas.openxmlformats.org/officeDocument/2006/relationships/notesSlide" Target="../notesSlides/notesSlide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jpg"/><Relationship Id="rId3" Type="http://schemas.openxmlformats.org/officeDocument/2006/relationships/image" Target="../media/image109.jpg"/><Relationship Id="rId4" Type="http://schemas.openxmlformats.org/officeDocument/2006/relationships/image" Target="../media/image110.jpg"/><Relationship Id="rId5" Type="http://schemas.openxmlformats.org/officeDocument/2006/relationships/image" Target="../media/image11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jpg"/><Relationship Id="rId3" Type="http://schemas.openxmlformats.org/officeDocument/2006/relationships/image" Target="../media/image113.jpg"/><Relationship Id="rId4" Type="http://schemas.openxmlformats.org/officeDocument/2006/relationships/image" Target="../media/image114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jpg"/><Relationship Id="rId3" Type="http://schemas.openxmlformats.org/officeDocument/2006/relationships/image" Target="../media/image116.jpg"/><Relationship Id="rId4" Type="http://schemas.openxmlformats.org/officeDocument/2006/relationships/image" Target="../media/image117.jpg"/><Relationship Id="rId5" Type="http://schemas.openxmlformats.org/officeDocument/2006/relationships/image" Target="../media/image118.jpg"/><Relationship Id="rId6" Type="http://schemas.openxmlformats.org/officeDocument/2006/relationships/image" Target="../media/image119.jpg"/><Relationship Id="rId7" Type="http://schemas.openxmlformats.org/officeDocument/2006/relationships/image" Target="../media/image120.jpg"/><Relationship Id="rId8" Type="http://schemas.openxmlformats.org/officeDocument/2006/relationships/image" Target="../media/image12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jpg"/><Relationship Id="rId3" Type="http://schemas.openxmlformats.org/officeDocument/2006/relationships/image" Target="../media/image123.jpg"/><Relationship Id="rId4" Type="http://schemas.openxmlformats.org/officeDocument/2006/relationships/image" Target="../media/image124.jpg"/><Relationship Id="rId5" Type="http://schemas.openxmlformats.org/officeDocument/2006/relationships/image" Target="../media/image125.jpg"/><Relationship Id="rId6" Type="http://schemas.openxmlformats.org/officeDocument/2006/relationships/image" Target="../media/image126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jpg"/><Relationship Id="rId3" Type="http://schemas.openxmlformats.org/officeDocument/2006/relationships/image" Target="../media/image128.jpg"/><Relationship Id="rId4" Type="http://schemas.openxmlformats.org/officeDocument/2006/relationships/image" Target="../media/image129.jpg"/><Relationship Id="rId5" Type="http://schemas.openxmlformats.org/officeDocument/2006/relationships/image" Target="../media/image130.jpg"/><Relationship Id="rId6" Type="http://schemas.openxmlformats.org/officeDocument/2006/relationships/image" Target="../media/image131.jpg"/><Relationship Id="rId7" Type="http://schemas.openxmlformats.org/officeDocument/2006/relationships/image" Target="../media/image132.jpg"/><Relationship Id="rId8" Type="http://schemas.openxmlformats.org/officeDocument/2006/relationships/image" Target="../media/image133.jpg"/><Relationship Id="rId9" Type="http://schemas.openxmlformats.org/officeDocument/2006/relationships/image" Target="../media/image134.jpg"/><Relationship Id="rId10" Type="http://schemas.openxmlformats.org/officeDocument/2006/relationships/image" Target="../media/image135.jpg"/><Relationship Id="rId11" Type="http://schemas.openxmlformats.org/officeDocument/2006/relationships/notesSlide" Target="../notesSlides/notesSlide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jpg"/><Relationship Id="rId3" Type="http://schemas.openxmlformats.org/officeDocument/2006/relationships/image" Target="../media/image137.jpg"/><Relationship Id="rId4" Type="http://schemas.openxmlformats.org/officeDocument/2006/relationships/image" Target="../media/image138.jpg"/><Relationship Id="rId5" Type="http://schemas.openxmlformats.org/officeDocument/2006/relationships/image" Target="../media/image139.jpg"/><Relationship Id="rId6" Type="http://schemas.openxmlformats.org/officeDocument/2006/relationships/image" Target="../media/image14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1.jpg"/><Relationship Id="rId3" Type="http://schemas.openxmlformats.org/officeDocument/2006/relationships/image" Target="../media/image14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3.jpg"/><Relationship Id="rId3" Type="http://schemas.openxmlformats.org/officeDocument/2006/relationships/image" Target="../media/image144.jpg"/><Relationship Id="rId4" Type="http://schemas.openxmlformats.org/officeDocument/2006/relationships/image" Target="../media/image145.jpg"/><Relationship Id="rId5" Type="http://schemas.openxmlformats.org/officeDocument/2006/relationships/image" Target="../media/image146.jpg"/><Relationship Id="rId6" Type="http://schemas.openxmlformats.org/officeDocument/2006/relationships/image" Target="../media/image147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8.jpg"/><Relationship Id="rId3" Type="http://schemas.openxmlformats.org/officeDocument/2006/relationships/image" Target="../media/image149.jpg"/><Relationship Id="rId4" Type="http://schemas.openxmlformats.org/officeDocument/2006/relationships/image" Target="../media/image150.jpg"/><Relationship Id="rId5" Type="http://schemas.openxmlformats.org/officeDocument/2006/relationships/image" Target="../media/image151.jpg"/><Relationship Id="rId6" Type="http://schemas.openxmlformats.org/officeDocument/2006/relationships/notesSlide" Target="../notesSlides/notesSlide1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2.jpg"/><Relationship Id="rId3" Type="http://schemas.openxmlformats.org/officeDocument/2006/relationships/image" Target="../media/image153.jpg"/><Relationship Id="rId4" Type="http://schemas.openxmlformats.org/officeDocument/2006/relationships/image" Target="../media/image154.jpg"/><Relationship Id="rId5" Type="http://schemas.openxmlformats.org/officeDocument/2006/relationships/image" Target="../media/image155.jpg"/><Relationship Id="rId6" Type="http://schemas.openxmlformats.org/officeDocument/2006/relationships/notesSlide" Target="../notesSlides/notesSlide1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6.jpg"/><Relationship Id="rId3" Type="http://schemas.openxmlformats.org/officeDocument/2006/relationships/image" Target="../media/image157.jpg"/><Relationship Id="rId4" Type="http://schemas.openxmlformats.org/officeDocument/2006/relationships/image" Target="../media/image158.jpg"/><Relationship Id="rId5" Type="http://schemas.openxmlformats.org/officeDocument/2006/relationships/image" Target="../media/image159.jpg"/><Relationship Id="rId6" Type="http://schemas.openxmlformats.org/officeDocument/2006/relationships/image" Target="../media/image160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1.jpg"/><Relationship Id="rId3" Type="http://schemas.openxmlformats.org/officeDocument/2006/relationships/image" Target="../media/image162.jpg"/><Relationship Id="rId4" Type="http://schemas.openxmlformats.org/officeDocument/2006/relationships/image" Target="../media/image163.jpg"/><Relationship Id="rId5" Type="http://schemas.openxmlformats.org/officeDocument/2006/relationships/image" Target="../media/image164.jpg"/><Relationship Id="rId6" Type="http://schemas.openxmlformats.org/officeDocument/2006/relationships/image" Target="../media/image165.jpg"/><Relationship Id="rId7" Type="http://schemas.openxmlformats.org/officeDocument/2006/relationships/image" Target="../media/image166.jpg"/><Relationship Id="rId8" Type="http://schemas.openxmlformats.org/officeDocument/2006/relationships/image" Target="../media/image16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jpg"/><Relationship Id="rId3" Type="http://schemas.openxmlformats.org/officeDocument/2006/relationships/image" Target="../media/image169.jpg"/><Relationship Id="rId4" Type="http://schemas.openxmlformats.org/officeDocument/2006/relationships/image" Target="../media/image170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1.jpg"/><Relationship Id="rId3" Type="http://schemas.openxmlformats.org/officeDocument/2006/relationships/image" Target="../media/image172.jpg"/><Relationship Id="rId4" Type="http://schemas.openxmlformats.org/officeDocument/2006/relationships/image" Target="../media/image173.jpg"/><Relationship Id="rId5" Type="http://schemas.openxmlformats.org/officeDocument/2006/relationships/image" Target="../media/image174.jpg"/><Relationship Id="rId6" Type="http://schemas.openxmlformats.org/officeDocument/2006/relationships/image" Target="../media/image175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6.jpg"/><Relationship Id="rId3" Type="http://schemas.openxmlformats.org/officeDocument/2006/relationships/image" Target="../media/image177.jpg"/><Relationship Id="rId4" Type="http://schemas.openxmlformats.org/officeDocument/2006/relationships/image" Target="../media/image178.jpg"/><Relationship Id="rId5" Type="http://schemas.openxmlformats.org/officeDocument/2006/relationships/image" Target="../media/image179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0.jpg"/><Relationship Id="rId3" Type="http://schemas.openxmlformats.org/officeDocument/2006/relationships/image" Target="../media/image181.jpg"/><Relationship Id="rId4" Type="http://schemas.openxmlformats.org/officeDocument/2006/relationships/image" Target="../media/image182.jpg"/><Relationship Id="rId5" Type="http://schemas.openxmlformats.org/officeDocument/2006/relationships/image" Target="../media/image183.jpg"/><Relationship Id="rId6" Type="http://schemas.openxmlformats.org/officeDocument/2006/relationships/image" Target="../media/image184.jpg"/><Relationship Id="rId7" Type="http://schemas.openxmlformats.org/officeDocument/2006/relationships/image" Target="../media/image185.jpg"/><Relationship Id="rId8" Type="http://schemas.openxmlformats.org/officeDocument/2006/relationships/image" Target="../media/image186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7.jpg"/><Relationship Id="rId3" Type="http://schemas.openxmlformats.org/officeDocument/2006/relationships/image" Target="../media/image188.jpg"/><Relationship Id="rId4" Type="http://schemas.openxmlformats.org/officeDocument/2006/relationships/image" Target="../media/image189.jpg"/><Relationship Id="rId5" Type="http://schemas.openxmlformats.org/officeDocument/2006/relationships/image" Target="../media/image190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1.jpg"/><Relationship Id="rId3" Type="http://schemas.openxmlformats.org/officeDocument/2006/relationships/image" Target="../media/image192.jpg"/><Relationship Id="rId4" Type="http://schemas.openxmlformats.org/officeDocument/2006/relationships/image" Target="../media/image193.jpg"/><Relationship Id="rId5" Type="http://schemas.openxmlformats.org/officeDocument/2006/relationships/image" Target="../media/image194.jpg"/><Relationship Id="rId6" Type="http://schemas.openxmlformats.org/officeDocument/2006/relationships/image" Target="../media/image195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6.jpg"/><Relationship Id="rId3" Type="http://schemas.openxmlformats.org/officeDocument/2006/relationships/image" Target="../media/image197.jpg"/><Relationship Id="rId4" Type="http://schemas.openxmlformats.org/officeDocument/2006/relationships/image" Target="../media/image198.jpg"/><Relationship Id="rId5" Type="http://schemas.openxmlformats.org/officeDocument/2006/relationships/image" Target="../media/image199.jpg"/><Relationship Id="rId6" Type="http://schemas.openxmlformats.org/officeDocument/2006/relationships/image" Target="../media/image200.jpg"/><Relationship Id="rId7" Type="http://schemas.openxmlformats.org/officeDocument/2006/relationships/image" Target="../media/image201.jpg"/><Relationship Id="rId8" Type="http://schemas.openxmlformats.org/officeDocument/2006/relationships/image" Target="../media/image202.jpg"/><Relationship Id="rId9" Type="http://schemas.openxmlformats.org/officeDocument/2006/relationships/image" Target="../media/image203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4.jpg"/><Relationship Id="rId3" Type="http://schemas.openxmlformats.org/officeDocument/2006/relationships/image" Target="../media/image205.jpg"/><Relationship Id="rId4" Type="http://schemas.openxmlformats.org/officeDocument/2006/relationships/image" Target="../media/image206.jpg"/><Relationship Id="rId5" Type="http://schemas.openxmlformats.org/officeDocument/2006/relationships/image" Target="../media/image207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8.jpg"/><Relationship Id="rId3" Type="http://schemas.openxmlformats.org/officeDocument/2006/relationships/image" Target="../media/image209.jpg"/><Relationship Id="rId4" Type="http://schemas.openxmlformats.org/officeDocument/2006/relationships/image" Target="../media/image210.jpg"/><Relationship Id="rId5" Type="http://schemas.openxmlformats.org/officeDocument/2006/relationships/image" Target="../media/image211.jpg"/><Relationship Id="rId6" Type="http://schemas.openxmlformats.org/officeDocument/2006/relationships/image" Target="../media/image21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3.jpg"/><Relationship Id="rId3" Type="http://schemas.openxmlformats.org/officeDocument/2006/relationships/image" Target="../media/image214.jpg"/><Relationship Id="rId4" Type="http://schemas.openxmlformats.org/officeDocument/2006/relationships/image" Target="../media/image215.jpg"/><Relationship Id="rId5" Type="http://schemas.openxmlformats.org/officeDocument/2006/relationships/image" Target="../media/image216.jpg"/><Relationship Id="rId6" Type="http://schemas.openxmlformats.org/officeDocument/2006/relationships/image" Target="../media/image217.jpg"/><Relationship Id="rId7" Type="http://schemas.openxmlformats.org/officeDocument/2006/relationships/image" Target="../media/image218.jpg"/><Relationship Id="rId8" Type="http://schemas.openxmlformats.org/officeDocument/2006/relationships/image" Target="../media/image219.jpg"/><Relationship Id="rId9" Type="http://schemas.openxmlformats.org/officeDocument/2006/relationships/image" Target="../media/image220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1.jpg"/><Relationship Id="rId3" Type="http://schemas.openxmlformats.org/officeDocument/2006/relationships/image" Target="../media/image222.jpg"/><Relationship Id="rId4" Type="http://schemas.openxmlformats.org/officeDocument/2006/relationships/image" Target="../media/image223.jpg"/><Relationship Id="rId5" Type="http://schemas.openxmlformats.org/officeDocument/2006/relationships/image" Target="../media/image224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5.jpg"/><Relationship Id="rId3" Type="http://schemas.openxmlformats.org/officeDocument/2006/relationships/image" Target="../media/image226.jpg"/><Relationship Id="rId4" Type="http://schemas.openxmlformats.org/officeDocument/2006/relationships/image" Target="../media/image227.jpg"/><Relationship Id="rId5" Type="http://schemas.openxmlformats.org/officeDocument/2006/relationships/image" Target="../media/image228.jpg"/><Relationship Id="rId6" Type="http://schemas.openxmlformats.org/officeDocument/2006/relationships/image" Target="../media/image22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0.jpg"/><Relationship Id="rId3" Type="http://schemas.openxmlformats.org/officeDocument/2006/relationships/image" Target="../media/image231.jpg"/><Relationship Id="rId4" Type="http://schemas.openxmlformats.org/officeDocument/2006/relationships/image" Target="../media/image232.jpg"/><Relationship Id="rId5" Type="http://schemas.openxmlformats.org/officeDocument/2006/relationships/image" Target="../media/image233.jpg"/><Relationship Id="rId6" Type="http://schemas.openxmlformats.org/officeDocument/2006/relationships/image" Target="../media/image234.jpg"/><Relationship Id="rId7" Type="http://schemas.openxmlformats.org/officeDocument/2006/relationships/image" Target="../media/image235.jpg"/><Relationship Id="rId8" Type="http://schemas.openxmlformats.org/officeDocument/2006/relationships/image" Target="../media/image236.jpg"/><Relationship Id="rId9" Type="http://schemas.openxmlformats.org/officeDocument/2006/relationships/image" Target="../media/image237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jpg"/><Relationship Id="rId3" Type="http://schemas.openxmlformats.org/officeDocument/2006/relationships/image" Target="../media/image239.jpg"/><Relationship Id="rId4" Type="http://schemas.openxmlformats.org/officeDocument/2006/relationships/image" Target="../media/image240.jpg"/><Relationship Id="rId5" Type="http://schemas.openxmlformats.org/officeDocument/2006/relationships/image" Target="../media/image24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2.jpg"/><Relationship Id="rId3" Type="http://schemas.openxmlformats.org/officeDocument/2006/relationships/image" Target="../media/image243.jpg"/><Relationship Id="rId4" Type="http://schemas.openxmlformats.org/officeDocument/2006/relationships/image" Target="../media/image244.jpg"/><Relationship Id="rId5" Type="http://schemas.openxmlformats.org/officeDocument/2006/relationships/image" Target="../media/image245.jpg"/><Relationship Id="rId6" Type="http://schemas.openxmlformats.org/officeDocument/2006/relationships/image" Target="../media/image246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jpg"/><Relationship Id="rId3" Type="http://schemas.openxmlformats.org/officeDocument/2006/relationships/image" Target="../media/image248.jpg"/><Relationship Id="rId4" Type="http://schemas.openxmlformats.org/officeDocument/2006/relationships/image" Target="../media/image249.jpg"/><Relationship Id="rId5" Type="http://schemas.openxmlformats.org/officeDocument/2006/relationships/image" Target="../media/image250.jpg"/><Relationship Id="rId6" Type="http://schemas.openxmlformats.org/officeDocument/2006/relationships/image" Target="../media/image251.jpg"/><Relationship Id="rId7" Type="http://schemas.openxmlformats.org/officeDocument/2006/relationships/image" Target="../media/image252.jpg"/><Relationship Id="rId8" Type="http://schemas.openxmlformats.org/officeDocument/2006/relationships/image" Target="../media/image2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4.jpg"/><Relationship Id="rId3" Type="http://schemas.openxmlformats.org/officeDocument/2006/relationships/image" Target="../media/image255.jpg"/><Relationship Id="rId4" Type="http://schemas.openxmlformats.org/officeDocument/2006/relationships/image" Target="../media/image256.jpg"/><Relationship Id="rId5" Type="http://schemas.openxmlformats.org/officeDocument/2006/relationships/image" Target="../media/image257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8.jpg"/><Relationship Id="rId3" Type="http://schemas.openxmlformats.org/officeDocument/2006/relationships/image" Target="../media/image259.jpg"/><Relationship Id="rId4" Type="http://schemas.openxmlformats.org/officeDocument/2006/relationships/image" Target="../media/image260.jpg"/><Relationship Id="rId5" Type="http://schemas.openxmlformats.org/officeDocument/2006/relationships/image" Target="../media/image261.jpg"/><Relationship Id="rId6" Type="http://schemas.openxmlformats.org/officeDocument/2006/relationships/image" Target="../media/image262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3.jpg"/><Relationship Id="rId3" Type="http://schemas.openxmlformats.org/officeDocument/2006/relationships/image" Target="../media/image264.jpg"/><Relationship Id="rId4" Type="http://schemas.openxmlformats.org/officeDocument/2006/relationships/image" Target="../media/image265.jpg"/><Relationship Id="rId5" Type="http://schemas.openxmlformats.org/officeDocument/2006/relationships/image" Target="../media/image266.jpg"/><Relationship Id="rId6" Type="http://schemas.openxmlformats.org/officeDocument/2006/relationships/image" Target="../media/image267.jpg"/><Relationship Id="rId7" Type="http://schemas.openxmlformats.org/officeDocument/2006/relationships/image" Target="../media/image268.jpg"/><Relationship Id="rId8" Type="http://schemas.openxmlformats.org/officeDocument/2006/relationships/image" Target="../media/image269.jpg"/><Relationship Id="rId9" Type="http://schemas.openxmlformats.org/officeDocument/2006/relationships/image" Target="../media/image270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1.jpg"/><Relationship Id="rId3" Type="http://schemas.openxmlformats.org/officeDocument/2006/relationships/image" Target="../media/image272.jpg"/><Relationship Id="rId4" Type="http://schemas.openxmlformats.org/officeDocument/2006/relationships/image" Target="../media/image273.jpg"/><Relationship Id="rId5" Type="http://schemas.openxmlformats.org/officeDocument/2006/relationships/image" Target="../media/image274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5.jpg"/><Relationship Id="rId3" Type="http://schemas.openxmlformats.org/officeDocument/2006/relationships/image" Target="../media/image276.jpg"/><Relationship Id="rId4" Type="http://schemas.openxmlformats.org/officeDocument/2006/relationships/image" Target="../media/image277.jpg"/><Relationship Id="rId5" Type="http://schemas.openxmlformats.org/officeDocument/2006/relationships/notesSlide" Target="../notesSlides/notesSlide1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jpg"/><Relationship Id="rId3" Type="http://schemas.openxmlformats.org/officeDocument/2006/relationships/image" Target="../media/image279.jpg"/><Relationship Id="rId4" Type="http://schemas.openxmlformats.org/officeDocument/2006/relationships/image" Target="../media/image280.jpg"/><Relationship Id="rId5" Type="http://schemas.openxmlformats.org/officeDocument/2006/relationships/image" Target="../media/image28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2.jpg"/><Relationship Id="rId3" Type="http://schemas.openxmlformats.org/officeDocument/2006/relationships/image" Target="../media/image28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00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00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01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01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01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02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02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02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Picture 5" descr="s02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Picture 6" descr="s02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Picture 7" descr="s02_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9" name="Picture 8" descr="s02_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03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03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03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Picture 5" descr="s03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04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04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04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05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05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05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Picture 5" descr="s05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06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06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06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07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07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07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Picture 5" descr="s07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Picture 6" descr="s07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Picture 7" descr="s07_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9" name="Picture 8" descr="s07_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08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08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08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Picture 5" descr="s08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09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10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10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11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11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11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Picture 5" descr="s11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12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12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12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13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13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13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Picture 5" descr="s13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14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14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15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16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16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16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17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17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17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18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18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18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19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19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19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20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20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20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21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21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21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Picture 5" descr="s21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Picture 6" descr="s21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2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22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3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23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23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23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Picture 5" descr="s23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Picture 6" descr="s23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4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24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24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5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25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25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25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6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26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26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7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27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27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27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Picture 5" descr="s27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Picture 6" descr="s27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Picture 7" descr="s27_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8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28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28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28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Picture 5" descr="s28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9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29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29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29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Picture 5" descr="s29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Picture 6" descr="s29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Picture 7" descr="s29_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9" name="Picture 8" descr="s29_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10" name="Picture 9" descr="s29_8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0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30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30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30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Picture 5" descr="s30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31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2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32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32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32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Picture 5" descr="s32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3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33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33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33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4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34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34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34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5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35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35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35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Picture 5" descr="s35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6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36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36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36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Picture 5" descr="s36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Picture 6" descr="s36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Picture 7" descr="s36_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7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37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37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8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38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38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38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Picture 5" descr="s38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9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39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39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39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0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40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40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40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Picture 5" descr="s40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Picture 6" descr="s40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Picture 7" descr="s40_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41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41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41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2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42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42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42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Picture 5" descr="s42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3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43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43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43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Picture 5" descr="s43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Picture 6" descr="s43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Picture 7" descr="s43_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9" name="Picture 8" descr="s43_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4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44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44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44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5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45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45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45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Picture 5" descr="s45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6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46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46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46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Picture 5" descr="s46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Picture 6" descr="s46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Picture 7" descr="s46_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9" name="Picture 8" descr="s46_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7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47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47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47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8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48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48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48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Picture 5" descr="s48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9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49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49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49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Picture 5" descr="s49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Picture 6" descr="s49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Picture 7" descr="s49_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9" name="Picture 8" descr="s49_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0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50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50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50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51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51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51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Picture 5" descr="s51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2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52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52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52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Picture 5" descr="s52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Picture 6" descr="s52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Picture 7" descr="s52_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3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53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53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53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4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54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54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54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Picture 5" descr="s54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5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55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55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55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Picture 5" descr="s55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Picture 6" descr="s55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Picture 7" descr="s55_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9" name="Picture 8" descr="s55_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6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56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56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56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7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57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57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8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58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58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 descr="s58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9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59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