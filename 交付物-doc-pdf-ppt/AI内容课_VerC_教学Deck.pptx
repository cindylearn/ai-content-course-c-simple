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讲师内部：这一段是 appreciate 心理序列（先跌倒→发群→同屏对决→算钱→讲来历），让学员看到差别、算得出价值才会珍惜。这些内部字眼别念出来。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讲师内部＝「先跌倒」：让他自己做一次烂的当锚点。没有 before，就没有 wow。先别删，下一页发进群。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讲师开场就投 QR 让全场加群。之后每个成品都催"发群"，最后直接把群投上大屏轮播。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讲师内部＝「同屏对决」：大屏切两半，左边调出学员发进群的烂稿，右边你现场 Live Demo 跑系统。两个都留在群里。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讲师内部＝「算钱」：每出一个成品，就念一句外面报价。（进阶：整套外面一门一门学齐 ≈ RM 17,000）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讲师内部＝「讲来历」：知识要标价，学员才会当弹药收。摆一组"没套 vs 套了"的文案对比，讲清楚背后的功夫。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讲师先让全场喊价（每一项"你猜多少"），再一张一张亮真实价 → 累到 RM 24,560 → 对比今天的票价，制造"赚翻"感。价用行情/官网佐证（NLP Humandy 8 天课有截图）。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讲师接上一页的评价 —— 大合照 + 上课现场花絮。三位学员本人的照片就在上一页评价卡上。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讲师这页让学员懂"系统之后怎么操作"：每条内容照 Status 往下推，Claude 也照它决定下一步。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讲师这页 ＝ just-in-case：给没做课前 setup 的人现场补装 + 连 MCP。做过的确认全绿，进下一页一次过装整包 skill（01–08）。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讲师整包一次装最省事。装完提醒学员重开 Claude，skill 才生效。之后每个 Part 直接用、不用再装；个别链接只当备份。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讲师学员最容易懵的点：skill 之间靠「触发词」交接，不是自动一路跑下去。文案→图→视频，每换一步都要说下一个触发词；直接接着说、或单独另触发都可以。别停在一个 skill 里让它替别的 skill 做（会瞎决定设计/内容）。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讲师顺带讲东西存哪（成品 folder 结构 · 写死）：&lt;品牌&gt;/漏斗层(ToFu·MoFu·BoFu)/行业受众或campaign/序号-STAGE-受众-标题。01 先建好 ToFu / MoFu / BoFu 三个，之后每个 Part 出的东西自动归到对应子文件夹；Drive 同结构镜像。Notion 不建 folder —— 成品直接 attach 到对应那条的子页。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讲师内部＝「gallery 收尾」：把 WA 群投上大屏轮播；给一段"发 story 引导话术 + @SUMA hashtag"，学员晒 story = 免费口碑。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讲师只勾食欲、先不揭晓是什么。让全场先「想要」+举手互动，制造期待。条件和内容放后面。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讲师大礼＝LP skill，用力包装（它就是钩子）。请学员分享这三点＝你要收的高质量见证（能录一段最好，先拿授权「OK SUMA 用来宣传」）。引导话术：「我叫__做__生意，今天学到__，最印象深刻__，回去要 apply 在__」。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讲师照顾没录视频的人，再钩一次、再举一次手，保持互动热度。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讲师小礼＝录像，条件＝填 feedback form（收 NPS / 见证 / 改进意见）。现场投影表单二维码，让大家当场填。录像统一课后发群，别现场发。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讲师桥段：内容课解决「做内容」，Jared 的课解决「把整盘生意自动化」。先戳杂事的痛，再引出 Jared。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讲师这些是 Jared 课的交付物，逐个 pop 出来、边讲边举真实例子。落点：「你今天学会做内容，这门课让它自己转起来」。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讲师用 sales / interior 的例子讲（人在外面，AI 在家做 quotation / proposal / 3D）。落点：一个人 + AI = 一个团队。任何 sales / 服务生意都套得上。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🎤 讲师CTA：Jared 出面讲 offer（早鸟 / 现场价）。价格口头讲、别印进 slide（参考：2 天课 RM2000–2500；月订阅 RM500–1000）。收名额、留 WhatsApp。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1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1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1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1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jpg"/><Relationship Id="rId3" Type="http://schemas.openxmlformats.org/officeDocument/2006/relationships/notesSlide" Target="../notesSlides/notesSlide1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Relationship Id="rId3" Type="http://schemas.openxmlformats.org/officeDocument/2006/relationships/notesSlide" Target="../notesSlides/notesSlide1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notesSlide" Target="../notesSlides/notesSlide1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jpg"/><Relationship Id="rId3" Type="http://schemas.openxmlformats.org/officeDocument/2006/relationships/notesSlide" Target="../notesSlides/notesSlide1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notesSlide" Target="../notesSlides/notesSlide18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jpg"/><Relationship Id="rId3" Type="http://schemas.openxmlformats.org/officeDocument/2006/relationships/notesSlide" Target="../notesSlides/notesSlide19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jpg"/><Relationship Id="rId3" Type="http://schemas.openxmlformats.org/officeDocument/2006/relationships/notesSlide" Target="../notesSlides/notesSlide20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notesSlide" Target="../notesSlides/notesSlide2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jpg"/><Relationship Id="rId3" Type="http://schemas.openxmlformats.org/officeDocument/2006/relationships/notesSlide" Target="../notesSlides/notesSlide2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t_0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